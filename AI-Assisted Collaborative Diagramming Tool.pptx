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5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3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2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1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5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5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2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94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637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8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16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31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83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2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2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uravrindavantourpackages.com/thankyou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AI-ASSISTED COLLABORATIVE DIAGRAMMING TOOL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sz="2800" dirty="0"/>
          </a:p>
          <a:p>
            <a:pPr marL="0" indent="0" algn="ctr">
              <a:buNone/>
            </a:pPr>
            <a:r>
              <a:rPr lang="en-US" sz="2800" b="1" dirty="0"/>
              <a:t>INTERNSHIP PROJECT PRESENTATION</a:t>
            </a:r>
          </a:p>
          <a:p>
            <a:pPr marL="0" indent="0" algn="ctr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Presented By: </a:t>
            </a:r>
            <a:r>
              <a:rPr lang="en-US" sz="2800" i="1" dirty="0"/>
              <a:t>Thamaraiselvi K</a:t>
            </a:r>
          </a:p>
          <a:p>
            <a:pPr marL="0" indent="0">
              <a:buNone/>
            </a:pPr>
            <a:r>
              <a:rPr lang="en-US" sz="2800" b="1" dirty="0"/>
              <a:t>No of Projects: </a:t>
            </a:r>
            <a:r>
              <a:rPr lang="en-US" sz="2800" i="1" dirty="0"/>
              <a:t>2</a:t>
            </a:r>
          </a:p>
          <a:p>
            <a:pPr marL="0" indent="0">
              <a:buNone/>
            </a:pPr>
            <a:r>
              <a:rPr lang="en-US" sz="2800" b="1" dirty="0"/>
              <a:t>Internship Duration: </a:t>
            </a:r>
            <a:r>
              <a:rPr lang="en-US" sz="2800" i="1" dirty="0"/>
              <a:t>3 Months</a:t>
            </a:r>
          </a:p>
          <a:p>
            <a:pPr marL="0" indent="0">
              <a:buNone/>
            </a:pPr>
            <a:r>
              <a:rPr lang="en-US" sz="2800" b="1" dirty="0"/>
              <a:t>Organization: </a:t>
            </a:r>
            <a:r>
              <a:rPr lang="en-US" sz="2800" i="1" dirty="0" err="1"/>
              <a:t>Infotact</a:t>
            </a:r>
            <a:r>
              <a:rPr lang="en-US" sz="2800" i="1" dirty="0"/>
              <a:t> Solutions</a:t>
            </a:r>
            <a:endParaRPr sz="2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800" cap="none" dirty="0"/>
              <a:t>During my internship at </a:t>
            </a:r>
            <a:r>
              <a:rPr lang="en-US" sz="2800" b="1" cap="none" dirty="0"/>
              <a:t>INFOTACT SOLUTIONS</a:t>
            </a:r>
            <a:r>
              <a:rPr lang="en-US" sz="2800" cap="none" dirty="0"/>
              <a:t>, I developed an </a:t>
            </a:r>
            <a:r>
              <a:rPr lang="en-US" sz="2800" b="1" cap="none" dirty="0"/>
              <a:t>AI-ASSISTED COLLABORATIVE DIAGRAMMING TOOL</a:t>
            </a:r>
            <a:r>
              <a:rPr lang="en-US" sz="2800" cap="none" dirty="0"/>
              <a:t>, a real-time, web-based platform that allows users to draw diagrams. </a:t>
            </a:r>
          </a:p>
          <a:p>
            <a:pPr algn="just"/>
            <a:r>
              <a:rPr lang="en-US" sz="2800" cap="none" dirty="0"/>
              <a:t>This project allowed me to apply full‑stack development, real-time systems, </a:t>
            </a:r>
            <a:r>
              <a:rPr lang="en-US" sz="2800" cap="none" dirty="0" err="1"/>
              <a:t>websocket</a:t>
            </a:r>
            <a:r>
              <a:rPr lang="en-US" sz="2800" cap="none" dirty="0"/>
              <a:t> communication, ai integration, and UI/UX design in a unified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Problem</a:t>
            </a:r>
            <a:r>
              <a:rPr sz="4000" dirty="0"/>
              <a:t> </a:t>
            </a:r>
            <a:r>
              <a:rPr sz="4000" b="1" dirty="0"/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464124"/>
            <a:ext cx="7773339" cy="3424107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/>
              <a:t>Teams often sketch rough diagrams during brainstorming sessions, which require manual cleanup and formatting. </a:t>
            </a:r>
          </a:p>
          <a:p>
            <a:pPr marL="0" indent="0" algn="just">
              <a:buNone/>
            </a:pPr>
            <a:endParaRPr lang="en-US" sz="2400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647004"/>
            <a:ext cx="7773339" cy="3424107"/>
          </a:xfrm>
        </p:spPr>
        <p:txBody>
          <a:bodyPr>
            <a:normAutofit/>
          </a:bodyPr>
          <a:lstStyle/>
          <a:p>
            <a:pPr lvl="0"/>
            <a:r>
              <a:rPr lang="en-US" sz="2400" cap="none" dirty="0"/>
              <a:t>Brainstorming sessions</a:t>
            </a:r>
          </a:p>
          <a:p>
            <a:pPr lvl="0"/>
            <a:r>
              <a:rPr lang="en-US" sz="2400" cap="none" dirty="0"/>
              <a:t>Workflow / Architecture discussions</a:t>
            </a:r>
          </a:p>
          <a:p>
            <a:pPr lvl="0"/>
            <a:r>
              <a:rPr lang="en-US" sz="2400" cap="none" dirty="0"/>
              <a:t>Classroom or training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704154"/>
            <a:ext cx="7773339" cy="3424107"/>
          </a:xfrm>
        </p:spPr>
        <p:txBody>
          <a:bodyPr>
            <a:normAutofit/>
          </a:bodyPr>
          <a:lstStyle/>
          <a:p>
            <a:pPr lvl="0"/>
            <a:r>
              <a:rPr lang="en-US" sz="2400" b="1" dirty="0"/>
              <a:t>Backend:</a:t>
            </a:r>
            <a:r>
              <a:rPr lang="en-US" sz="2400" dirty="0"/>
              <a:t> </a:t>
            </a:r>
            <a:r>
              <a:rPr lang="en-US" sz="2400" dirty="0" err="1"/>
              <a:t>FastAPI</a:t>
            </a:r>
            <a:r>
              <a:rPr lang="en-US" sz="2400" dirty="0"/>
              <a:t>, Python, </a:t>
            </a:r>
            <a:r>
              <a:rPr lang="en-US" sz="2400" dirty="0" err="1"/>
              <a:t>WebSockets</a:t>
            </a:r>
            <a:endParaRPr lang="en-US" sz="2400" dirty="0"/>
          </a:p>
          <a:p>
            <a:pPr lvl="0"/>
            <a:r>
              <a:rPr lang="en-US" sz="2400" b="1" dirty="0"/>
              <a:t>Database:</a:t>
            </a:r>
            <a:r>
              <a:rPr lang="en-US" sz="2400" dirty="0"/>
              <a:t> MongoDB </a:t>
            </a:r>
          </a:p>
          <a:p>
            <a:pPr lvl="0"/>
            <a:r>
              <a:rPr lang="en-US" sz="2400" b="1" dirty="0"/>
              <a:t>Frontend:</a:t>
            </a:r>
            <a:r>
              <a:rPr lang="en-US" sz="2400" dirty="0"/>
              <a:t> React.js , HTML5 Canvas</a:t>
            </a:r>
          </a:p>
          <a:p>
            <a:pPr lvl="0"/>
            <a:r>
              <a:rPr lang="en-US" sz="2400" b="1" dirty="0"/>
              <a:t>Tools:</a:t>
            </a:r>
            <a:r>
              <a:rPr lang="en-US" sz="2400" dirty="0"/>
              <a:t> Axios</a:t>
            </a: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FINAL DELIVERABLES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475554"/>
            <a:ext cx="7773339" cy="3424107"/>
          </a:xfrm>
        </p:spPr>
        <p:txBody>
          <a:bodyPr>
            <a:normAutofit/>
          </a:bodyPr>
          <a:lstStyle/>
          <a:p>
            <a:pPr lvl="0"/>
            <a:r>
              <a:rPr lang="en-US" sz="2400" cap="none" dirty="0"/>
              <a:t>Fully functional real-time collaborative diagramming tool.</a:t>
            </a:r>
          </a:p>
          <a:p>
            <a:pPr lvl="0"/>
            <a:r>
              <a:rPr lang="en-US" sz="2400" cap="none" dirty="0"/>
              <a:t>Authentication system and diagram storage backend.</a:t>
            </a:r>
          </a:p>
          <a:p>
            <a:pPr lvl="0"/>
            <a:r>
              <a:rPr lang="en-US" sz="2400" cap="none" dirty="0"/>
              <a:t>Complete project documentation and source code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Learning Outcomes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069914"/>
            <a:ext cx="7773339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cap="none" dirty="0"/>
              <a:t>During this internship, I gained hands-on experience in:</a:t>
            </a:r>
          </a:p>
          <a:p>
            <a:pPr lvl="0"/>
            <a:r>
              <a:rPr lang="en-US" sz="2400" cap="none" dirty="0"/>
              <a:t>Building real-time applications using WEBSOCKETS</a:t>
            </a:r>
          </a:p>
          <a:p>
            <a:pPr lvl="0"/>
            <a:r>
              <a:rPr lang="en-US" sz="2400" cap="none" dirty="0"/>
              <a:t>Designing scalable backend architecture with FASTAPI</a:t>
            </a:r>
          </a:p>
          <a:p>
            <a:pPr lvl="0"/>
            <a:r>
              <a:rPr lang="en-US" sz="2400" cap="none" dirty="0"/>
              <a:t>Developing interactive canvas-based UIs</a:t>
            </a:r>
          </a:p>
          <a:p>
            <a:pPr lvl="0"/>
            <a:r>
              <a:rPr lang="en-US" sz="2400" cap="none" dirty="0"/>
              <a:t>Working with databases and authentication systems</a:t>
            </a:r>
          </a:p>
          <a:p>
            <a:pPr lvl="0"/>
            <a:r>
              <a:rPr lang="en-US" sz="2400" cap="none" dirty="0"/>
              <a:t>Using git and API documentation best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/>
              <a:t>Conclusion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795594"/>
            <a:ext cx="7773339" cy="342410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cap="none" dirty="0"/>
              <a:t>The AI-ASSISTED COLLABORATIVE DIAGRAMMING TOOL successfully demonstrates how real-time collaboration can significantly enhance productivity in brainstorming and visual communication. The project strengthened my full‑stack development skills and gave me experience working with technologies. I am grateful to </a:t>
            </a:r>
            <a:r>
              <a:rPr lang="en-US" sz="2400" b="1" cap="none" dirty="0"/>
              <a:t>INFOTACT SOLUTIONS</a:t>
            </a:r>
            <a:r>
              <a:rPr lang="en-US" sz="2400" cap="none" dirty="0"/>
              <a:t> for their guidance and the opportunity to work on such an innovative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A131C-4992-3237-12DE-1269FEC32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66129" y="960121"/>
            <a:ext cx="6211741" cy="4659630"/>
          </a:xfrm>
        </p:spPr>
      </p:pic>
    </p:spTree>
    <p:extLst>
      <p:ext uri="{BB962C8B-B14F-4D97-AF65-F5344CB8AC3E}">
        <p14:creationId xmlns:p14="http://schemas.microsoft.com/office/powerpoint/2010/main" val="46111455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501</TotalTime>
  <Words>259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Droplet</vt:lpstr>
      <vt:lpstr>AI-ASSISTED COLLABORATIVE DIAGRAMMING TOOL</vt:lpstr>
      <vt:lpstr>INTRODUCTION</vt:lpstr>
      <vt:lpstr>Problem Statement</vt:lpstr>
      <vt:lpstr>Use Cases</vt:lpstr>
      <vt:lpstr>Technology Stack</vt:lpstr>
      <vt:lpstr>FINAL DELIVERABLES</vt:lpstr>
      <vt:lpstr>Learning Outcomes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Thamaraiselvi K</dc:creator>
  <cp:keywords/>
  <dc:description>generated using python-pptx</dc:description>
  <cp:lastModifiedBy>Thamaraiselvi K</cp:lastModifiedBy>
  <cp:revision>4</cp:revision>
  <dcterms:created xsi:type="dcterms:W3CDTF">2013-01-27T09:14:16Z</dcterms:created>
  <dcterms:modified xsi:type="dcterms:W3CDTF">2025-12-01T10:52:10Z</dcterms:modified>
  <cp:category/>
</cp:coreProperties>
</file>